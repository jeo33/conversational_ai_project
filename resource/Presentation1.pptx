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8930-1CF2-C1F8-4E86-6298CDB32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F7D23-59D4-8603-CB36-519BF213A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8CC94-C174-28F4-F050-305A8E79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03F85-1882-8873-65FF-12FB414D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0D291-AB3B-15D8-3DC0-C3679E20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85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6F6D-7603-1533-FF24-170E759C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E5445-1A71-693C-C6BA-7560D7F27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F5572-6E30-07A2-A5AD-C8ECB0288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16BCA-7D62-6E95-6129-663BF04F1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55D96-72ED-AA70-7F1F-68AE9DDF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0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0A55-5CA9-8F38-DAC9-E06AD724D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B825C-E883-9927-F3CE-341D073A9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8CD86-ECCB-3842-B0C7-9F469EB6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DDE12-89AA-178E-A580-4E4C476C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90010-7D2D-4F27-7EC8-B7E4C181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15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61F1-1634-2763-F650-F4646F08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7E6C6-5180-70B5-761A-1D09323DD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F1A7-FE9B-328D-A871-0EFD2519B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6BC8F-AD03-F6CC-9A43-6E40C975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B53AA-0D66-185C-BF3D-BDFAF579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CD216-D51C-7E0D-FBF8-61F34748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5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B1A8-9F5B-B9C5-FE54-73977487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8F73B-30BF-6E8E-87A2-64D21BA9A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727B6-0533-58C0-F357-D7F0F1CF9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696AA-ECC4-F8F4-8F2E-72957BB32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215CD-B484-FA97-5557-A508FA023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B377B-9886-0966-9A39-7E381243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0423B-2DDA-3CD3-6629-D08DB01D4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66038-1D6A-D119-123A-D3623205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2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2F25-31A4-1CB0-FF45-B44F67B5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72209-4C0A-BA9E-3B52-C2547308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A1EFB-3399-B8B7-AD56-0E8972BD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4229E-3FF6-06D7-B0F6-19695633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9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CC770-5CF1-8861-0E15-4B7EFA60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3260E-4297-E5B6-927A-0447A4DD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EB0CC-67FE-918A-FE3B-59BBCA2B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5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E56F8-DE62-4CD1-3E96-BE0ABB9E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D3DA3-784B-2A23-8B1A-5A111A353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A6E03-FB36-F45F-2D88-4FF133F1E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089AF-92BF-65BD-20F1-F12E5367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D81BC-F8AE-9E8A-9764-2EFB9AE2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63C03-C250-BA24-D8E6-DFF47918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05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38D8-5398-81AB-60BE-CD54422B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26787-FD37-7457-208D-64F96BAD7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1DFEC-6867-18E2-3018-DFA5A88F6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A2C52-7AD3-D94E-B629-9486B6C06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2373C-E42A-9B9E-0762-C82372EB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2AF19-508E-5700-7251-A718345A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4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6281-8B35-AF2B-6E36-4B5FC65E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482D9-02A7-279A-E4EC-6AFC519DE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337DA-8BFB-D458-C866-6A1FA3C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F9B2D-BB27-CFBC-2655-073D61809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DC1B7-38B9-AF5B-29B9-28774450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2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4D993-5EF0-6BA4-3D10-CC41B357D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23EDB-D852-817B-2ECB-B9018783E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DBB1E-2425-FB2A-BC32-7060958E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4F337-5155-C676-5705-B633F2F6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E414A-48C0-99E0-EAD5-841A6B2D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4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B1384-B779-8447-25A8-4E00E305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DAC03-A6A6-FDBC-27BC-795AF55BD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90D0-D9C4-539A-EC49-A555564EB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3A75C-D4C4-489F-B921-CA348B716AC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1B0F0-9024-518A-A204-FF42C4D76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34F53-01C5-A074-72D5-0372090A3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EB03C-6FAD-4057-AD12-081028D95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5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113DD96D-D16F-1B14-2342-2CC8C080D9DC}"/>
              </a:ext>
            </a:extLst>
          </p:cNvPr>
          <p:cNvSpPr/>
          <p:nvPr/>
        </p:nvSpPr>
        <p:spPr>
          <a:xfrm>
            <a:off x="7186195" y="4047304"/>
            <a:ext cx="4236720" cy="57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C4AC08A9-1AF8-2C2B-F5FF-9F8C601CAE99}"/>
              </a:ext>
            </a:extLst>
          </p:cNvPr>
          <p:cNvSpPr/>
          <p:nvPr/>
        </p:nvSpPr>
        <p:spPr>
          <a:xfrm>
            <a:off x="822371" y="3544621"/>
            <a:ext cx="4236720" cy="57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A15DDF-DC2E-EDD8-2AD3-0A12C68BF1BA}"/>
              </a:ext>
            </a:extLst>
          </p:cNvPr>
          <p:cNvSpPr/>
          <p:nvPr/>
        </p:nvSpPr>
        <p:spPr>
          <a:xfrm>
            <a:off x="114299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T1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BCC87C6-16D8-7839-9CDC-B8FE5A1015F4}"/>
              </a:ext>
            </a:extLst>
          </p:cNvPr>
          <p:cNvSpPr/>
          <p:nvPr/>
        </p:nvSpPr>
        <p:spPr>
          <a:xfrm>
            <a:off x="588367" y="690814"/>
            <a:ext cx="4128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T2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3E70A74-CE5E-9C4B-B00B-6365165B8A54}"/>
              </a:ext>
            </a:extLst>
          </p:cNvPr>
          <p:cNvSpPr/>
          <p:nvPr/>
        </p:nvSpPr>
        <p:spPr>
          <a:xfrm>
            <a:off x="1062435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T3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764C4BE-9930-CA58-DF3F-22C1F30EE1DB}"/>
              </a:ext>
            </a:extLst>
          </p:cNvPr>
          <p:cNvSpPr/>
          <p:nvPr/>
        </p:nvSpPr>
        <p:spPr>
          <a:xfrm>
            <a:off x="1536503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T4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7F0D438-5658-9D10-271D-0F82EE51509E}"/>
              </a:ext>
            </a:extLst>
          </p:cNvPr>
          <p:cNvSpPr/>
          <p:nvPr/>
        </p:nvSpPr>
        <p:spPr>
          <a:xfrm>
            <a:off x="2010571" y="690814"/>
            <a:ext cx="4128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T5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E27C6D6-9D6B-BD51-C03E-339986EBF1E5}"/>
              </a:ext>
            </a:extLst>
          </p:cNvPr>
          <p:cNvSpPr/>
          <p:nvPr/>
        </p:nvSpPr>
        <p:spPr>
          <a:xfrm>
            <a:off x="2484639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643CD0-CF0C-EE27-06EB-52D697621C0C}"/>
              </a:ext>
            </a:extLst>
          </p:cNvPr>
          <p:cNvSpPr/>
          <p:nvPr/>
        </p:nvSpPr>
        <p:spPr>
          <a:xfrm>
            <a:off x="2958707" y="690814"/>
            <a:ext cx="4128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D5C57B8-4DAE-6868-36F4-95E5C7257CC4}"/>
              </a:ext>
            </a:extLst>
          </p:cNvPr>
          <p:cNvSpPr/>
          <p:nvPr/>
        </p:nvSpPr>
        <p:spPr>
          <a:xfrm>
            <a:off x="3432775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CA09029-CD53-3140-9CED-BFD9BA7ED577}"/>
              </a:ext>
            </a:extLst>
          </p:cNvPr>
          <p:cNvSpPr/>
          <p:nvPr/>
        </p:nvSpPr>
        <p:spPr>
          <a:xfrm>
            <a:off x="3906843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T9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C3B9541-EA5A-0C35-0C8C-1BC5091E84E5}"/>
              </a:ext>
            </a:extLst>
          </p:cNvPr>
          <p:cNvSpPr/>
          <p:nvPr/>
        </p:nvSpPr>
        <p:spPr>
          <a:xfrm>
            <a:off x="4380911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T10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7052D03-8C6F-6F22-E365-C9BD25729C2B}"/>
              </a:ext>
            </a:extLst>
          </p:cNvPr>
          <p:cNvSpPr/>
          <p:nvPr/>
        </p:nvSpPr>
        <p:spPr>
          <a:xfrm>
            <a:off x="4854979" y="690814"/>
            <a:ext cx="4128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T11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E27A71D-D3C8-E3A1-9032-10311E0B16CA}"/>
              </a:ext>
            </a:extLst>
          </p:cNvPr>
          <p:cNvSpPr/>
          <p:nvPr/>
        </p:nvSpPr>
        <p:spPr>
          <a:xfrm>
            <a:off x="5329042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T12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96224B4-E616-682F-5D9C-331DFDA0E1EE}"/>
              </a:ext>
            </a:extLst>
          </p:cNvPr>
          <p:cNvSpPr/>
          <p:nvPr/>
        </p:nvSpPr>
        <p:spPr>
          <a:xfrm>
            <a:off x="200611" y="2764257"/>
            <a:ext cx="1243521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2498AF6-2F32-BA58-0945-680E78191280}"/>
              </a:ext>
            </a:extLst>
          </p:cNvPr>
          <p:cNvSpPr/>
          <p:nvPr/>
        </p:nvSpPr>
        <p:spPr>
          <a:xfrm>
            <a:off x="1622813" y="2764257"/>
            <a:ext cx="1243521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261A44B-8D9C-E84F-4B62-0423256B194D}"/>
              </a:ext>
            </a:extLst>
          </p:cNvPr>
          <p:cNvSpPr/>
          <p:nvPr/>
        </p:nvSpPr>
        <p:spPr>
          <a:xfrm>
            <a:off x="3045015" y="2764257"/>
            <a:ext cx="1243521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FE45F70-69A1-B9CC-672C-878F24555CC8}"/>
              </a:ext>
            </a:extLst>
          </p:cNvPr>
          <p:cNvSpPr/>
          <p:nvPr/>
        </p:nvSpPr>
        <p:spPr>
          <a:xfrm>
            <a:off x="4467218" y="2764257"/>
            <a:ext cx="1243521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4FCF2C-86B8-7F92-6F13-E4F9C82029D2}"/>
              </a:ext>
            </a:extLst>
          </p:cNvPr>
          <p:cNvSpPr txBox="1"/>
          <p:nvPr/>
        </p:nvSpPr>
        <p:spPr>
          <a:xfrm>
            <a:off x="759618" y="2097826"/>
            <a:ext cx="447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Anthropic Sans"/>
              </a:rPr>
              <a:t>8 tokens kept — same set for ALL heads</a:t>
            </a:r>
            <a:endParaRPr lang="en-US" dirty="0"/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B5091265-715C-9A49-E957-B588AC7D67A2}"/>
              </a:ext>
            </a:extLst>
          </p:cNvPr>
          <p:cNvSpPr/>
          <p:nvPr/>
        </p:nvSpPr>
        <p:spPr>
          <a:xfrm rot="5400000">
            <a:off x="2881604" y="12909"/>
            <a:ext cx="168441" cy="50769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2C810EC-B55C-BBDE-10D0-C37F76CD89AB}"/>
              </a:ext>
            </a:extLst>
          </p:cNvPr>
          <p:cNvCxnSpPr>
            <a:stCxn id="4" idx="2"/>
            <a:endCxn id="63" idx="0"/>
          </p:cNvCxnSpPr>
          <p:nvPr/>
        </p:nvCxnSpPr>
        <p:spPr>
          <a:xfrm>
            <a:off x="320744" y="1187116"/>
            <a:ext cx="2677403" cy="910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0948E6-5F0C-AE25-3B08-99E6D117EB89}"/>
              </a:ext>
            </a:extLst>
          </p:cNvPr>
          <p:cNvCxnSpPr>
            <a:cxnSpLocks/>
            <a:stCxn id="46" idx="2"/>
            <a:endCxn id="63" idx="0"/>
          </p:cNvCxnSpPr>
          <p:nvPr/>
        </p:nvCxnSpPr>
        <p:spPr>
          <a:xfrm>
            <a:off x="1268880" y="1187116"/>
            <a:ext cx="1729267" cy="910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9B3D9D2-FAAE-48A8-6C24-B2F07DFB74AF}"/>
              </a:ext>
            </a:extLst>
          </p:cNvPr>
          <p:cNvCxnSpPr>
            <a:cxnSpLocks/>
            <a:stCxn id="47" idx="2"/>
            <a:endCxn id="63" idx="0"/>
          </p:cNvCxnSpPr>
          <p:nvPr/>
        </p:nvCxnSpPr>
        <p:spPr>
          <a:xfrm>
            <a:off x="1742948" y="1187116"/>
            <a:ext cx="1255199" cy="910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B6D40A5-FEFF-AF60-C7FA-1B672FD0B18F}"/>
              </a:ext>
            </a:extLst>
          </p:cNvPr>
          <p:cNvCxnSpPr>
            <a:cxnSpLocks/>
            <a:stCxn id="49" idx="2"/>
            <a:endCxn id="63" idx="0"/>
          </p:cNvCxnSpPr>
          <p:nvPr/>
        </p:nvCxnSpPr>
        <p:spPr>
          <a:xfrm>
            <a:off x="2691084" y="1187116"/>
            <a:ext cx="307063" cy="910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83B1244-FE8F-B774-1FDC-D6F78A0583EF}"/>
              </a:ext>
            </a:extLst>
          </p:cNvPr>
          <p:cNvCxnSpPr>
            <a:cxnSpLocks/>
            <a:stCxn id="51" idx="2"/>
            <a:endCxn id="63" idx="0"/>
          </p:cNvCxnSpPr>
          <p:nvPr/>
        </p:nvCxnSpPr>
        <p:spPr>
          <a:xfrm flipH="1">
            <a:off x="2998147" y="1187116"/>
            <a:ext cx="641073" cy="910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1FF7EB3-0BDA-9677-2310-C7AF566430CC}"/>
              </a:ext>
            </a:extLst>
          </p:cNvPr>
          <p:cNvCxnSpPr>
            <a:cxnSpLocks/>
            <a:stCxn id="52" idx="2"/>
            <a:endCxn id="63" idx="0"/>
          </p:cNvCxnSpPr>
          <p:nvPr/>
        </p:nvCxnSpPr>
        <p:spPr>
          <a:xfrm flipH="1">
            <a:off x="2998147" y="1187116"/>
            <a:ext cx="1115141" cy="910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BAD3D16-4EEF-9553-CEFD-C8E185B66706}"/>
              </a:ext>
            </a:extLst>
          </p:cNvPr>
          <p:cNvCxnSpPr>
            <a:cxnSpLocks/>
            <a:stCxn id="53" idx="2"/>
            <a:endCxn id="63" idx="0"/>
          </p:cNvCxnSpPr>
          <p:nvPr/>
        </p:nvCxnSpPr>
        <p:spPr>
          <a:xfrm flipH="1">
            <a:off x="2998147" y="1187116"/>
            <a:ext cx="1589209" cy="910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20F94D-3233-1E63-F8D4-25D2789D16F3}"/>
              </a:ext>
            </a:extLst>
          </p:cNvPr>
          <p:cNvCxnSpPr>
            <a:cxnSpLocks/>
            <a:stCxn id="55" idx="2"/>
            <a:endCxn id="63" idx="0"/>
          </p:cNvCxnSpPr>
          <p:nvPr/>
        </p:nvCxnSpPr>
        <p:spPr>
          <a:xfrm flipH="1">
            <a:off x="2998147" y="1187116"/>
            <a:ext cx="2537340" cy="910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8FEF010-C9F8-ACA9-06FF-0ADB3E172E32}"/>
              </a:ext>
            </a:extLst>
          </p:cNvPr>
          <p:cNvSpPr txBox="1"/>
          <p:nvPr/>
        </p:nvSpPr>
        <p:spPr>
          <a:xfrm>
            <a:off x="992721" y="3508708"/>
            <a:ext cx="38960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total budget = 8 tokens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per-head budget = 8 / 1 (shared)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764CE8FA-7E7B-176B-61D0-91E115B49E9A}"/>
              </a:ext>
            </a:extLst>
          </p:cNvPr>
          <p:cNvSpPr/>
          <p:nvPr/>
        </p:nvSpPr>
        <p:spPr>
          <a:xfrm>
            <a:off x="6416842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T1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509AFF2-A8A7-4AEF-35C5-6FCFF1A4FF57}"/>
              </a:ext>
            </a:extLst>
          </p:cNvPr>
          <p:cNvSpPr/>
          <p:nvPr/>
        </p:nvSpPr>
        <p:spPr>
          <a:xfrm>
            <a:off x="6890910" y="690814"/>
            <a:ext cx="4128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T2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B66AD7D5-4BA1-9C4C-3244-D07FFD0952FD}"/>
              </a:ext>
            </a:extLst>
          </p:cNvPr>
          <p:cNvSpPr/>
          <p:nvPr/>
        </p:nvSpPr>
        <p:spPr>
          <a:xfrm>
            <a:off x="7364978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T3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4161C9F-6B0C-53E1-5F26-173698ACAAFE}"/>
              </a:ext>
            </a:extLst>
          </p:cNvPr>
          <p:cNvSpPr/>
          <p:nvPr/>
        </p:nvSpPr>
        <p:spPr>
          <a:xfrm>
            <a:off x="7839046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T4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5378D74F-3283-6EB3-A9A0-2691EDE95091}"/>
              </a:ext>
            </a:extLst>
          </p:cNvPr>
          <p:cNvSpPr/>
          <p:nvPr/>
        </p:nvSpPr>
        <p:spPr>
          <a:xfrm>
            <a:off x="8313114" y="690814"/>
            <a:ext cx="4128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T5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AA88A32-58CF-F616-4F93-F654049E7ABB}"/>
              </a:ext>
            </a:extLst>
          </p:cNvPr>
          <p:cNvSpPr/>
          <p:nvPr/>
        </p:nvSpPr>
        <p:spPr>
          <a:xfrm>
            <a:off x="8787182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T6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DFDACAA4-1025-716F-CD6B-3FFAB13B03FC}"/>
              </a:ext>
            </a:extLst>
          </p:cNvPr>
          <p:cNvSpPr/>
          <p:nvPr/>
        </p:nvSpPr>
        <p:spPr>
          <a:xfrm>
            <a:off x="9261250" y="690814"/>
            <a:ext cx="4128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T7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11754175-B9A9-A0B2-A875-9CA8AA3E0BEC}"/>
              </a:ext>
            </a:extLst>
          </p:cNvPr>
          <p:cNvSpPr/>
          <p:nvPr/>
        </p:nvSpPr>
        <p:spPr>
          <a:xfrm>
            <a:off x="9735318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T8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7C5B0CD-9623-98DE-4A99-340FDF29B86F}"/>
              </a:ext>
            </a:extLst>
          </p:cNvPr>
          <p:cNvSpPr/>
          <p:nvPr/>
        </p:nvSpPr>
        <p:spPr>
          <a:xfrm>
            <a:off x="10209386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T9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D0724688-C40C-31A2-0CB4-D04869A3AEC0}"/>
              </a:ext>
            </a:extLst>
          </p:cNvPr>
          <p:cNvSpPr/>
          <p:nvPr/>
        </p:nvSpPr>
        <p:spPr>
          <a:xfrm>
            <a:off x="10683454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T10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E1A111C-495A-48A0-FB5E-0821DDBD35A2}"/>
              </a:ext>
            </a:extLst>
          </p:cNvPr>
          <p:cNvSpPr/>
          <p:nvPr/>
        </p:nvSpPr>
        <p:spPr>
          <a:xfrm>
            <a:off x="11157522" y="690814"/>
            <a:ext cx="4128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T11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D23C0CCD-D88E-9986-568E-ABC44FB216E7}"/>
              </a:ext>
            </a:extLst>
          </p:cNvPr>
          <p:cNvSpPr/>
          <p:nvPr/>
        </p:nvSpPr>
        <p:spPr>
          <a:xfrm>
            <a:off x="11631585" y="690814"/>
            <a:ext cx="412890" cy="496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T12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4FDE7051-F6E6-C220-93D4-F584B2DE8C67}"/>
              </a:ext>
            </a:extLst>
          </p:cNvPr>
          <p:cNvSpPr/>
          <p:nvPr/>
        </p:nvSpPr>
        <p:spPr>
          <a:xfrm>
            <a:off x="6460151" y="2817077"/>
            <a:ext cx="1243521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1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ABD508E3-E136-A95A-3A90-DD9171E6357B}"/>
              </a:ext>
            </a:extLst>
          </p:cNvPr>
          <p:cNvSpPr/>
          <p:nvPr/>
        </p:nvSpPr>
        <p:spPr>
          <a:xfrm>
            <a:off x="7882353" y="2817077"/>
            <a:ext cx="1243521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2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EF9F876-7713-1460-1250-5A08BAD603CA}"/>
              </a:ext>
            </a:extLst>
          </p:cNvPr>
          <p:cNvSpPr/>
          <p:nvPr/>
        </p:nvSpPr>
        <p:spPr>
          <a:xfrm>
            <a:off x="9304555" y="2817077"/>
            <a:ext cx="1243521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3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42986F6-9ADC-6D9C-3638-C48B85828C4F}"/>
              </a:ext>
            </a:extLst>
          </p:cNvPr>
          <p:cNvSpPr/>
          <p:nvPr/>
        </p:nvSpPr>
        <p:spPr>
          <a:xfrm>
            <a:off x="10726758" y="2817077"/>
            <a:ext cx="1243521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4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4AC9492-8ABB-14F5-15EB-1430A799EBEA}"/>
              </a:ext>
            </a:extLst>
          </p:cNvPr>
          <p:cNvCxnSpPr>
            <a:cxnSpLocks/>
            <a:stCxn id="95" idx="2"/>
            <a:endCxn id="107" idx="0"/>
          </p:cNvCxnSpPr>
          <p:nvPr/>
        </p:nvCxnSpPr>
        <p:spPr>
          <a:xfrm>
            <a:off x="6623287" y="1187116"/>
            <a:ext cx="458625" cy="1629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AC8CFE1-DF90-8FE2-6E5C-95FAD1700F19}"/>
              </a:ext>
            </a:extLst>
          </p:cNvPr>
          <p:cNvCxnSpPr>
            <a:cxnSpLocks/>
            <a:stCxn id="98" idx="2"/>
            <a:endCxn id="107" idx="0"/>
          </p:cNvCxnSpPr>
          <p:nvPr/>
        </p:nvCxnSpPr>
        <p:spPr>
          <a:xfrm flipH="1">
            <a:off x="7081912" y="1187116"/>
            <a:ext cx="963579" cy="1629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9956A73-ABC4-0BC9-2228-9A00D251E091}"/>
              </a:ext>
            </a:extLst>
          </p:cNvPr>
          <p:cNvCxnSpPr>
            <a:cxnSpLocks/>
            <a:stCxn id="97" idx="2"/>
            <a:endCxn id="108" idx="0"/>
          </p:cNvCxnSpPr>
          <p:nvPr/>
        </p:nvCxnSpPr>
        <p:spPr>
          <a:xfrm>
            <a:off x="7571423" y="1187116"/>
            <a:ext cx="932691" cy="16299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CD20FB1-1C07-6743-3A68-0C72A7FBEC03}"/>
              </a:ext>
            </a:extLst>
          </p:cNvPr>
          <p:cNvCxnSpPr>
            <a:cxnSpLocks/>
            <a:stCxn id="103" idx="2"/>
            <a:endCxn id="108" idx="0"/>
          </p:cNvCxnSpPr>
          <p:nvPr/>
        </p:nvCxnSpPr>
        <p:spPr>
          <a:xfrm flipH="1">
            <a:off x="8504114" y="1187116"/>
            <a:ext cx="1911717" cy="16299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E332802F-0293-4745-5074-9E11A458AF1A}"/>
              </a:ext>
            </a:extLst>
          </p:cNvPr>
          <p:cNvCxnSpPr>
            <a:cxnSpLocks/>
            <a:stCxn id="100" idx="2"/>
            <a:endCxn id="110" idx="0"/>
          </p:cNvCxnSpPr>
          <p:nvPr/>
        </p:nvCxnSpPr>
        <p:spPr>
          <a:xfrm>
            <a:off x="8993627" y="1187116"/>
            <a:ext cx="2354892" cy="162996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51DF302-F73E-A7A2-2D8D-5C461CFB33C0}"/>
              </a:ext>
            </a:extLst>
          </p:cNvPr>
          <p:cNvCxnSpPr>
            <a:cxnSpLocks/>
            <a:stCxn id="102" idx="2"/>
            <a:endCxn id="109" idx="0"/>
          </p:cNvCxnSpPr>
          <p:nvPr/>
        </p:nvCxnSpPr>
        <p:spPr>
          <a:xfrm flipH="1">
            <a:off x="9926316" y="1187116"/>
            <a:ext cx="15447" cy="162996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3E08A4D-8200-5DCE-B10B-74B8DB6733FC}"/>
              </a:ext>
            </a:extLst>
          </p:cNvPr>
          <p:cNvCxnSpPr>
            <a:cxnSpLocks/>
            <a:stCxn id="104" idx="2"/>
            <a:endCxn id="110" idx="0"/>
          </p:cNvCxnSpPr>
          <p:nvPr/>
        </p:nvCxnSpPr>
        <p:spPr>
          <a:xfrm>
            <a:off x="10889899" y="1187116"/>
            <a:ext cx="458620" cy="162996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199EB6BD-EBA0-9B46-B890-4F306ECC77F5}"/>
              </a:ext>
            </a:extLst>
          </p:cNvPr>
          <p:cNvCxnSpPr>
            <a:cxnSpLocks/>
            <a:stCxn id="106" idx="2"/>
            <a:endCxn id="109" idx="0"/>
          </p:cNvCxnSpPr>
          <p:nvPr/>
        </p:nvCxnSpPr>
        <p:spPr>
          <a:xfrm flipH="1">
            <a:off x="9926316" y="1187116"/>
            <a:ext cx="1911714" cy="162996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36848892-AAE8-56FA-C50D-16E504373164}"/>
              </a:ext>
            </a:extLst>
          </p:cNvPr>
          <p:cNvSpPr txBox="1"/>
          <p:nvPr/>
        </p:nvSpPr>
        <p:spPr>
          <a:xfrm>
            <a:off x="7066026" y="3611297"/>
            <a:ext cx="447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Anthropic Sans"/>
              </a:rPr>
              <a:t>each head keeps its own top-2 tokens</a:t>
            </a:r>
            <a:endParaRPr lang="en-US" dirty="0"/>
          </a:p>
        </p:txBody>
      </p:sp>
      <p:sp>
        <p:nvSpPr>
          <p:cNvPr id="144" name="Left Brace 143">
            <a:extLst>
              <a:ext uri="{FF2B5EF4-FFF2-40B4-BE49-F238E27FC236}">
                <a16:creationId xmlns:a16="http://schemas.microsoft.com/office/drawing/2014/main" id="{336B1AA5-E336-A7C5-899D-7290B754B481}"/>
              </a:ext>
            </a:extLst>
          </p:cNvPr>
          <p:cNvSpPr/>
          <p:nvPr/>
        </p:nvSpPr>
        <p:spPr>
          <a:xfrm rot="16200000">
            <a:off x="9177029" y="921932"/>
            <a:ext cx="168441" cy="50769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20A5EEE-A5E6-716A-FAD7-DD34B8FD798E}"/>
              </a:ext>
            </a:extLst>
          </p:cNvPr>
          <p:cNvSpPr txBox="1"/>
          <p:nvPr/>
        </p:nvSpPr>
        <p:spPr>
          <a:xfrm>
            <a:off x="7364978" y="4047304"/>
            <a:ext cx="38960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total budget = 8 tokens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per-head budget = 8 / 4 = 2 each</a:t>
            </a:r>
          </a:p>
        </p:txBody>
      </p:sp>
    </p:spTree>
    <p:extLst>
      <p:ext uri="{BB962C8B-B14F-4D97-AF65-F5344CB8AC3E}">
        <p14:creationId xmlns:p14="http://schemas.microsoft.com/office/powerpoint/2010/main" val="837579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4BEF8F-00AB-0B74-CE3D-413091136A5C}"/>
              </a:ext>
            </a:extLst>
          </p:cNvPr>
          <p:cNvSpPr/>
          <p:nvPr/>
        </p:nvSpPr>
        <p:spPr>
          <a:xfrm>
            <a:off x="1210159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The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7AEC0A-4590-D8A4-1AFF-8DBCF0D30A3D}"/>
              </a:ext>
            </a:extLst>
          </p:cNvPr>
          <p:cNvSpPr/>
          <p:nvPr/>
        </p:nvSpPr>
        <p:spPr>
          <a:xfrm>
            <a:off x="2451711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C</a:t>
            </a:r>
            <a:r>
              <a:rPr lang="en-US" altLang="zh-CN" sz="2000" dirty="0">
                <a:solidFill>
                  <a:schemeClr val="tx1"/>
                </a:solidFill>
                <a:latin typeface="Impact" panose="020B0806030902050204" pitchFamily="34" charset="0"/>
              </a:rPr>
              <a:t>at</a:t>
            </a:r>
            <a:endParaRPr lang="en-US" sz="2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3C9315-A3A8-C2C3-3CE1-CCB3E9D321EA}"/>
              </a:ext>
            </a:extLst>
          </p:cNvPr>
          <p:cNvSpPr/>
          <p:nvPr/>
        </p:nvSpPr>
        <p:spPr>
          <a:xfrm>
            <a:off x="3693263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Sat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8FD419-C5D8-0DB1-4B30-C7BCCEC5F495}"/>
              </a:ext>
            </a:extLst>
          </p:cNvPr>
          <p:cNvSpPr/>
          <p:nvPr/>
        </p:nvSpPr>
        <p:spPr>
          <a:xfrm>
            <a:off x="4934815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C2E65A-4CAF-5993-58A7-7090B1015217}"/>
              </a:ext>
            </a:extLst>
          </p:cNvPr>
          <p:cNvSpPr/>
          <p:nvPr/>
        </p:nvSpPr>
        <p:spPr>
          <a:xfrm>
            <a:off x="6176367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The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E5C20B-88FB-BF18-7E23-8DDFE144C669}"/>
              </a:ext>
            </a:extLst>
          </p:cNvPr>
          <p:cNvSpPr/>
          <p:nvPr/>
        </p:nvSpPr>
        <p:spPr>
          <a:xfrm>
            <a:off x="7417919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Mat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7D9D40-DC74-273F-2EF9-4B434AECF37C}"/>
              </a:ext>
            </a:extLst>
          </p:cNvPr>
          <p:cNvSpPr/>
          <p:nvPr/>
        </p:nvSpPr>
        <p:spPr>
          <a:xfrm>
            <a:off x="8659471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Near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704A28-A11C-9327-E9E6-7BCE61EF0BCB}"/>
              </a:ext>
            </a:extLst>
          </p:cNvPr>
          <p:cNvSpPr/>
          <p:nvPr/>
        </p:nvSpPr>
        <p:spPr>
          <a:xfrm>
            <a:off x="9901023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The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D1B023-CAF3-B08D-911F-33E86454CC61}"/>
              </a:ext>
            </a:extLst>
          </p:cNvPr>
          <p:cNvSpPr/>
          <p:nvPr/>
        </p:nvSpPr>
        <p:spPr>
          <a:xfrm>
            <a:off x="11142575" y="574990"/>
            <a:ext cx="1002690" cy="4963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Impact" panose="020B0806030902050204" pitchFamily="34" charset="0"/>
              </a:rPr>
              <a:t>TV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743D35-89DC-E745-1CB2-911B104F5D39}"/>
              </a:ext>
            </a:extLst>
          </p:cNvPr>
          <p:cNvSpPr/>
          <p:nvPr/>
        </p:nvSpPr>
        <p:spPr>
          <a:xfrm>
            <a:off x="106123" y="1485145"/>
            <a:ext cx="927149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91F281-24E5-286F-1B5D-13D1A2C1638B}"/>
              </a:ext>
            </a:extLst>
          </p:cNvPr>
          <p:cNvSpPr/>
          <p:nvPr/>
        </p:nvSpPr>
        <p:spPr>
          <a:xfrm>
            <a:off x="106123" y="4175513"/>
            <a:ext cx="927149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BB4784-63F9-AFCD-0181-A22D21FF1744}"/>
              </a:ext>
            </a:extLst>
          </p:cNvPr>
          <p:cNvSpPr/>
          <p:nvPr/>
        </p:nvSpPr>
        <p:spPr>
          <a:xfrm>
            <a:off x="106123" y="2830329"/>
            <a:ext cx="927149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3C2A0C-2572-5E03-841F-5B2418794DDB}"/>
              </a:ext>
            </a:extLst>
          </p:cNvPr>
          <p:cNvSpPr/>
          <p:nvPr/>
        </p:nvSpPr>
        <p:spPr>
          <a:xfrm>
            <a:off x="106123" y="5520697"/>
            <a:ext cx="927149" cy="4963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Head 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7FC257-8F9A-3444-8AB2-242CAD31BC81}"/>
              </a:ext>
            </a:extLst>
          </p:cNvPr>
          <p:cNvCxnSpPr>
            <a:stCxn id="13" idx="3"/>
          </p:cNvCxnSpPr>
          <p:nvPr/>
        </p:nvCxnSpPr>
        <p:spPr>
          <a:xfrm>
            <a:off x="1033272" y="1733296"/>
            <a:ext cx="11158728" cy="1016"/>
          </a:xfrm>
          <a:prstGeom prst="line">
            <a:avLst/>
          </a:prstGeom>
          <a:ln w="38100">
            <a:solidFill>
              <a:srgbClr val="FF0000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99DA17-1BAA-6018-2BB1-7B63256FA47E}"/>
              </a:ext>
            </a:extLst>
          </p:cNvPr>
          <p:cNvCxnSpPr>
            <a:cxnSpLocks/>
          </p:cNvCxnSpPr>
          <p:nvPr/>
        </p:nvCxnSpPr>
        <p:spPr>
          <a:xfrm>
            <a:off x="1033272" y="3077464"/>
            <a:ext cx="11158728" cy="1016"/>
          </a:xfrm>
          <a:prstGeom prst="line">
            <a:avLst/>
          </a:prstGeom>
          <a:ln w="38100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48540F-02A6-8FBC-F901-3EE48810346D}"/>
              </a:ext>
            </a:extLst>
          </p:cNvPr>
          <p:cNvCxnSpPr>
            <a:cxnSpLocks/>
          </p:cNvCxnSpPr>
          <p:nvPr/>
        </p:nvCxnSpPr>
        <p:spPr>
          <a:xfrm>
            <a:off x="1033272" y="4421632"/>
            <a:ext cx="11158728" cy="1016"/>
          </a:xfrm>
          <a:prstGeom prst="line">
            <a:avLst/>
          </a:prstGeom>
          <a:ln w="38100">
            <a:solidFill>
              <a:srgbClr val="7030A0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139042-3B1F-4DFC-6885-568CB4DDA4F7}"/>
              </a:ext>
            </a:extLst>
          </p:cNvPr>
          <p:cNvCxnSpPr>
            <a:cxnSpLocks/>
          </p:cNvCxnSpPr>
          <p:nvPr/>
        </p:nvCxnSpPr>
        <p:spPr>
          <a:xfrm>
            <a:off x="1033272" y="5765800"/>
            <a:ext cx="11158728" cy="1016"/>
          </a:xfrm>
          <a:prstGeom prst="line">
            <a:avLst/>
          </a:prstGeom>
          <a:ln w="38100">
            <a:solidFill>
              <a:schemeClr val="accent6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A446FE7-1C0C-F21E-19FC-BF552999B0E6}"/>
              </a:ext>
            </a:extLst>
          </p:cNvPr>
          <p:cNvSpPr txBox="1"/>
          <p:nvPr/>
        </p:nvSpPr>
        <p:spPr>
          <a:xfrm>
            <a:off x="-130024" y="1981447"/>
            <a:ext cx="1399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Anthropic Sans"/>
              </a:rPr>
              <a:t>Sub, Verbs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50E8B4-5E5E-0054-482E-4F033A3AFB4A}"/>
              </a:ext>
            </a:extLst>
          </p:cNvPr>
          <p:cNvSpPr txBox="1"/>
          <p:nvPr/>
        </p:nvSpPr>
        <p:spPr>
          <a:xfrm>
            <a:off x="-130025" y="3320134"/>
            <a:ext cx="1399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Anthropic Sans"/>
              </a:rPr>
              <a:t>Article, det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29DB7A-CC25-12E7-60DE-ED1CFE192753}"/>
              </a:ext>
            </a:extLst>
          </p:cNvPr>
          <p:cNvSpPr txBox="1"/>
          <p:nvPr/>
        </p:nvSpPr>
        <p:spPr>
          <a:xfrm>
            <a:off x="-130025" y="4673381"/>
            <a:ext cx="1399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Anthropic Sans"/>
              </a:rPr>
              <a:t>Location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3C4D30-77EC-7920-5DBC-EC008579F370}"/>
              </a:ext>
            </a:extLst>
          </p:cNvPr>
          <p:cNvSpPr txBox="1"/>
          <p:nvPr/>
        </p:nvSpPr>
        <p:spPr>
          <a:xfrm>
            <a:off x="-130025" y="6016533"/>
            <a:ext cx="1399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Anthropic Sans"/>
              </a:rPr>
              <a:t>Preposition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5D997A-9C59-8436-1328-523E5492617D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1711504" y="1071292"/>
            <a:ext cx="13717" cy="200617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7B9874-0E58-4374-2B4E-C87D51891ABF}"/>
              </a:ext>
            </a:extLst>
          </p:cNvPr>
          <p:cNvCxnSpPr>
            <a:cxnSpLocks/>
          </p:cNvCxnSpPr>
          <p:nvPr/>
        </p:nvCxnSpPr>
        <p:spPr>
          <a:xfrm flipH="1" flipV="1">
            <a:off x="6670853" y="1071292"/>
            <a:ext cx="13717" cy="200617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BBDB98-F9D0-D973-C73B-445BB4741565}"/>
              </a:ext>
            </a:extLst>
          </p:cNvPr>
          <p:cNvCxnSpPr>
            <a:cxnSpLocks/>
          </p:cNvCxnSpPr>
          <p:nvPr/>
        </p:nvCxnSpPr>
        <p:spPr>
          <a:xfrm flipH="1" flipV="1">
            <a:off x="10405704" y="1071292"/>
            <a:ext cx="13717" cy="200617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227EAAC-E220-6662-E1A1-8EF6591468F8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953056" y="1071292"/>
            <a:ext cx="0" cy="66850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BF8D99-118B-1194-744F-D83D3315CED5}"/>
              </a:ext>
            </a:extLst>
          </p:cNvPr>
          <p:cNvCxnSpPr>
            <a:cxnSpLocks/>
          </p:cNvCxnSpPr>
          <p:nvPr/>
        </p:nvCxnSpPr>
        <p:spPr>
          <a:xfrm flipV="1">
            <a:off x="4194608" y="1064795"/>
            <a:ext cx="0" cy="66850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76B1A1F-E24D-982C-895F-C41FEC1842B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436160" y="1071292"/>
            <a:ext cx="0" cy="469450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4581125-671D-3ED5-62FB-EEE02D579E9D}"/>
              </a:ext>
            </a:extLst>
          </p:cNvPr>
          <p:cNvCxnSpPr>
            <a:cxnSpLocks/>
          </p:cNvCxnSpPr>
          <p:nvPr/>
        </p:nvCxnSpPr>
        <p:spPr>
          <a:xfrm flipV="1">
            <a:off x="9160816" y="1064795"/>
            <a:ext cx="0" cy="469450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ACAAD45-26BA-8E44-F67A-A84EE3597BE0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7898494" y="1071292"/>
            <a:ext cx="20770" cy="335034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2FE7AD6-A062-296D-FDFF-C1715E219B94}"/>
              </a:ext>
            </a:extLst>
          </p:cNvPr>
          <p:cNvCxnSpPr>
            <a:cxnSpLocks/>
          </p:cNvCxnSpPr>
          <p:nvPr/>
        </p:nvCxnSpPr>
        <p:spPr>
          <a:xfrm flipV="1">
            <a:off x="11653923" y="1064795"/>
            <a:ext cx="20770" cy="335034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771F9B3-9E77-309B-39D2-0D43949BEDA6}"/>
              </a:ext>
            </a:extLst>
          </p:cNvPr>
          <p:cNvSpPr/>
          <p:nvPr/>
        </p:nvSpPr>
        <p:spPr>
          <a:xfrm>
            <a:off x="1615493" y="2974595"/>
            <a:ext cx="205738" cy="2057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95DCC4F-1BD1-6FA9-5142-F0A4893E8F3D}"/>
              </a:ext>
            </a:extLst>
          </p:cNvPr>
          <p:cNvSpPr/>
          <p:nvPr/>
        </p:nvSpPr>
        <p:spPr>
          <a:xfrm>
            <a:off x="6581701" y="2972486"/>
            <a:ext cx="205738" cy="2057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8B35DBB-719C-7BDE-FB58-64DAEBF109E6}"/>
              </a:ext>
            </a:extLst>
          </p:cNvPr>
          <p:cNvSpPr/>
          <p:nvPr/>
        </p:nvSpPr>
        <p:spPr>
          <a:xfrm>
            <a:off x="7795625" y="4312266"/>
            <a:ext cx="205738" cy="20573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942CCC5-EF0C-065E-D264-DDDBE5169C08}"/>
              </a:ext>
            </a:extLst>
          </p:cNvPr>
          <p:cNvSpPr/>
          <p:nvPr/>
        </p:nvSpPr>
        <p:spPr>
          <a:xfrm>
            <a:off x="11561439" y="4312266"/>
            <a:ext cx="205738" cy="20573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55E2B61-C1A6-F361-6536-3E064F838FBE}"/>
              </a:ext>
            </a:extLst>
          </p:cNvPr>
          <p:cNvSpPr/>
          <p:nvPr/>
        </p:nvSpPr>
        <p:spPr>
          <a:xfrm>
            <a:off x="2854721" y="1645694"/>
            <a:ext cx="205738" cy="2057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757DF2C-D7FE-D5A9-5CF4-EE2E96BA283C}"/>
              </a:ext>
            </a:extLst>
          </p:cNvPr>
          <p:cNvSpPr/>
          <p:nvPr/>
        </p:nvSpPr>
        <p:spPr>
          <a:xfrm>
            <a:off x="4091739" y="1645694"/>
            <a:ext cx="205738" cy="2057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73BA1E1-DEE1-DB84-E6A1-1F942E7D2979}"/>
              </a:ext>
            </a:extLst>
          </p:cNvPr>
          <p:cNvSpPr/>
          <p:nvPr/>
        </p:nvSpPr>
        <p:spPr>
          <a:xfrm>
            <a:off x="5333291" y="5680889"/>
            <a:ext cx="205738" cy="20573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EC19A9F-4E0F-1C1F-3241-E0B7428D434A}"/>
              </a:ext>
            </a:extLst>
          </p:cNvPr>
          <p:cNvSpPr/>
          <p:nvPr/>
        </p:nvSpPr>
        <p:spPr>
          <a:xfrm>
            <a:off x="9057947" y="5680889"/>
            <a:ext cx="205738" cy="20573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E4CC1CB-DC8E-F4C7-79E8-6CCC27FE1BC5}"/>
              </a:ext>
            </a:extLst>
          </p:cNvPr>
          <p:cNvSpPr/>
          <p:nvPr/>
        </p:nvSpPr>
        <p:spPr>
          <a:xfrm>
            <a:off x="10319798" y="2968960"/>
            <a:ext cx="205738" cy="2057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96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60D4AF3-3C02-05DA-D79E-8AE11E677776}"/>
              </a:ext>
            </a:extLst>
          </p:cNvPr>
          <p:cNvSpPr/>
          <p:nvPr/>
        </p:nvSpPr>
        <p:spPr>
          <a:xfrm>
            <a:off x="192230" y="91440"/>
            <a:ext cx="8692690" cy="6531788"/>
          </a:xfrm>
          <a:prstGeom prst="roundRect">
            <a:avLst>
              <a:gd name="adj" fmla="val 5351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9F9AF0-9829-F5B1-AF9F-D5B719477D0D}"/>
              </a:ext>
            </a:extLst>
          </p:cNvPr>
          <p:cNvSpPr txBox="1"/>
          <p:nvPr/>
        </p:nvSpPr>
        <p:spPr>
          <a:xfrm>
            <a:off x="265673" y="410268"/>
            <a:ext cx="1271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Set 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A4BD4-EE9D-ADD6-30D9-369588BB68A5}"/>
              </a:ext>
            </a:extLst>
          </p:cNvPr>
          <p:cNvSpPr txBox="1"/>
          <p:nvPr/>
        </p:nvSpPr>
        <p:spPr>
          <a:xfrm>
            <a:off x="192230" y="1170833"/>
            <a:ext cx="141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Per sample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A5637-D222-49AA-2431-474A59C96841}"/>
              </a:ext>
            </a:extLst>
          </p:cNvPr>
          <p:cNvSpPr txBox="1"/>
          <p:nvPr/>
        </p:nvSpPr>
        <p:spPr>
          <a:xfrm>
            <a:off x="265673" y="2306397"/>
            <a:ext cx="1271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Prefill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B9F00-00E2-6A56-4EC8-92313CA28DE2}"/>
              </a:ext>
            </a:extLst>
          </p:cNvPr>
          <p:cNvSpPr txBox="1"/>
          <p:nvPr/>
        </p:nvSpPr>
        <p:spPr>
          <a:xfrm>
            <a:off x="39126" y="4519846"/>
            <a:ext cx="189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Decode step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0337FE-FE0B-2C6B-A3A1-B73F35E247FD}"/>
              </a:ext>
            </a:extLst>
          </p:cNvPr>
          <p:cNvSpPr/>
          <p:nvPr/>
        </p:nvSpPr>
        <p:spPr>
          <a:xfrm>
            <a:off x="2046280" y="234193"/>
            <a:ext cx="2297907" cy="6045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Patch 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attn.forward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16 layers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output_attenttions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31B3E6-C7EA-FB3E-D809-CCFC9845BCF1}"/>
              </a:ext>
            </a:extLst>
          </p:cNvPr>
          <p:cNvSpPr/>
          <p:nvPr/>
        </p:nvSpPr>
        <p:spPr>
          <a:xfrm>
            <a:off x="4958935" y="234772"/>
            <a:ext cx="3173417" cy="6045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eviction hook</a:t>
            </a:r>
          </a:p>
          <a:p>
            <a:pPr algn="ctr"/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modle.model.rehoster_forward_hook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3A280E-1994-F804-E2F8-B933132057F6}"/>
              </a:ext>
            </a:extLst>
          </p:cNvPr>
          <p:cNvSpPr/>
          <p:nvPr/>
        </p:nvSpPr>
        <p:spPr>
          <a:xfrm>
            <a:off x="2046280" y="1200183"/>
            <a:ext cx="2297907" cy="310633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scores() for heavy hitters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DE8E1F-14E3-37C7-4984-18A48325A598}"/>
              </a:ext>
            </a:extLst>
          </p:cNvPr>
          <p:cNvSpPr/>
          <p:nvPr/>
        </p:nvSpPr>
        <p:spPr>
          <a:xfrm>
            <a:off x="4973555" y="1202174"/>
            <a:ext cx="3173417" cy="310633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model.generate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with prompts and article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DD7100-8E66-72AA-4140-69062094222D}"/>
              </a:ext>
            </a:extLst>
          </p:cNvPr>
          <p:cNvSpPr/>
          <p:nvPr/>
        </p:nvSpPr>
        <p:spPr>
          <a:xfrm>
            <a:off x="2046280" y="2201658"/>
            <a:ext cx="2297906" cy="5333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refill with full sequence </a:t>
            </a:r>
          </a:p>
          <a:p>
            <a:pPr algn="ctr"/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to fill KV cache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0D77B6-6AD8-98CA-5673-D89DCBC1772F}"/>
              </a:ext>
            </a:extLst>
          </p:cNvPr>
          <p:cNvSpPr/>
          <p:nvPr/>
        </p:nvSpPr>
        <p:spPr>
          <a:xfrm>
            <a:off x="4973556" y="2140447"/>
            <a:ext cx="3173415" cy="701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Eviction hook select: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hitters with accumulated scores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window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FBFC88-1615-49B0-73C7-52499E70CA06}"/>
              </a:ext>
            </a:extLst>
          </p:cNvPr>
          <p:cNvSpPr/>
          <p:nvPr/>
        </p:nvSpPr>
        <p:spPr>
          <a:xfrm>
            <a:off x="2630277" y="3385863"/>
            <a:ext cx="4270700" cy="573504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Patched forward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token comes-&gt; update accumulated score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FEF8097-B215-7221-530C-E15FD88528FF}"/>
              </a:ext>
            </a:extLst>
          </p:cNvPr>
          <p:cNvSpPr/>
          <p:nvPr/>
        </p:nvSpPr>
        <p:spPr>
          <a:xfrm>
            <a:off x="2630277" y="5282108"/>
            <a:ext cx="1642557" cy="310633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across 8 heads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C1591A02-6C02-4208-762E-DBC5F1BA8787}"/>
              </a:ext>
            </a:extLst>
          </p:cNvPr>
          <p:cNvSpPr/>
          <p:nvPr/>
        </p:nvSpPr>
        <p:spPr>
          <a:xfrm>
            <a:off x="4203525" y="4149696"/>
            <a:ext cx="1124205" cy="73948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 dirty="0"/>
              <a:t>Len &gt;budget?</a:t>
            </a:r>
            <a:endParaRPr lang="en-US" sz="105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CDA757-2051-2E3E-CCB6-1298869E4846}"/>
              </a:ext>
            </a:extLst>
          </p:cNvPr>
          <p:cNvSpPr/>
          <p:nvPr/>
        </p:nvSpPr>
        <p:spPr>
          <a:xfrm>
            <a:off x="5258420" y="5282108"/>
            <a:ext cx="1642557" cy="310633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head top K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5346E4-FFFF-B1BF-8647-5F377902DDBB}"/>
              </a:ext>
            </a:extLst>
          </p:cNvPr>
          <p:cNvSpPr/>
          <p:nvPr/>
        </p:nvSpPr>
        <p:spPr>
          <a:xfrm>
            <a:off x="3881222" y="6169308"/>
            <a:ext cx="1768809" cy="310633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 and write back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27AEB9-DB0A-2767-3F1E-5CB53178C57B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4765627" y="3959367"/>
            <a:ext cx="1" cy="190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FC0AF4-C568-1521-E6A8-BC17BFDBADA0}"/>
              </a:ext>
            </a:extLst>
          </p:cNvPr>
          <p:cNvCxnSpPr>
            <a:stCxn id="21" idx="2"/>
            <a:endCxn id="20" idx="0"/>
          </p:cNvCxnSpPr>
          <p:nvPr/>
        </p:nvCxnSpPr>
        <p:spPr>
          <a:xfrm flipH="1">
            <a:off x="3451556" y="4889178"/>
            <a:ext cx="1314072" cy="392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8E168E-93E4-4B79-904B-3D28715D67B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4765628" y="4889178"/>
            <a:ext cx="1314071" cy="392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DD3036-A9B4-0272-C0A0-0ECAC339BFD1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4765627" y="5592741"/>
            <a:ext cx="1314072" cy="576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FD4DA9-396B-48BD-B8DC-ECA56274F43F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3451556" y="5592741"/>
            <a:ext cx="1314071" cy="576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rrow: Curved Left 36">
            <a:extLst>
              <a:ext uri="{FF2B5EF4-FFF2-40B4-BE49-F238E27FC236}">
                <a16:creationId xmlns:a16="http://schemas.microsoft.com/office/drawing/2014/main" id="{0B4AD2B2-C87C-319A-74E5-5DA2C7EE455C}"/>
              </a:ext>
            </a:extLst>
          </p:cNvPr>
          <p:cNvSpPr/>
          <p:nvPr/>
        </p:nvSpPr>
        <p:spPr>
          <a:xfrm rot="10800000">
            <a:off x="2162713" y="3544434"/>
            <a:ext cx="442335" cy="2624874"/>
          </a:xfrm>
          <a:prstGeom prst="curvedLeftArrow">
            <a:avLst>
              <a:gd name="adj1" fmla="val 22534"/>
              <a:gd name="adj2" fmla="val 50000"/>
              <a:gd name="adj3" fmla="val 25000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C6ED8D7B-1D58-AEAF-3D1B-8D4F91A03E47}"/>
              </a:ext>
            </a:extLst>
          </p:cNvPr>
          <p:cNvSpPr/>
          <p:nvPr/>
        </p:nvSpPr>
        <p:spPr>
          <a:xfrm rot="16200000">
            <a:off x="4503554" y="479619"/>
            <a:ext cx="310634" cy="255303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9B02F374-5D96-1A63-0640-B267C088AA16}"/>
              </a:ext>
            </a:extLst>
          </p:cNvPr>
          <p:cNvSpPr/>
          <p:nvPr/>
        </p:nvSpPr>
        <p:spPr>
          <a:xfrm rot="16200000">
            <a:off x="4503554" y="1248450"/>
            <a:ext cx="310634" cy="255303"/>
          </a:xfrm>
          <a:prstGeom prst="downArrow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519B6608-365B-8A25-727F-50EF376A3F4A}"/>
              </a:ext>
            </a:extLst>
          </p:cNvPr>
          <p:cNvSpPr/>
          <p:nvPr/>
        </p:nvSpPr>
        <p:spPr>
          <a:xfrm rot="16200000">
            <a:off x="4503554" y="2363412"/>
            <a:ext cx="310634" cy="255303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algn="ctr"/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F0A3BF6-0236-45B6-2108-889061763832}"/>
              </a:ext>
            </a:extLst>
          </p:cNvPr>
          <p:cNvCxnSpPr>
            <a:cxnSpLocks/>
            <a:stCxn id="23" idx="1"/>
            <a:endCxn id="37" idx="0"/>
          </p:cNvCxnSpPr>
          <p:nvPr/>
        </p:nvCxnSpPr>
        <p:spPr>
          <a:xfrm flipH="1" flipV="1">
            <a:off x="2605048" y="6119470"/>
            <a:ext cx="1276174" cy="205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377CD0E-C736-ED09-8A05-49E45AE78454}"/>
              </a:ext>
            </a:extLst>
          </p:cNvPr>
          <p:cNvCxnSpPr/>
          <p:nvPr/>
        </p:nvCxnSpPr>
        <p:spPr>
          <a:xfrm>
            <a:off x="192230" y="998220"/>
            <a:ext cx="869269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C87FDF-C3C6-2021-3834-7C73D38488E5}"/>
              </a:ext>
            </a:extLst>
          </p:cNvPr>
          <p:cNvCxnSpPr/>
          <p:nvPr/>
        </p:nvCxnSpPr>
        <p:spPr>
          <a:xfrm>
            <a:off x="192230" y="1882140"/>
            <a:ext cx="869269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BBCD4D6-839D-AAC0-406F-CD3D56454342}"/>
              </a:ext>
            </a:extLst>
          </p:cNvPr>
          <p:cNvCxnSpPr/>
          <p:nvPr/>
        </p:nvCxnSpPr>
        <p:spPr>
          <a:xfrm>
            <a:off x="192230" y="3131820"/>
            <a:ext cx="869269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Arrow: Down 74">
            <a:extLst>
              <a:ext uri="{FF2B5EF4-FFF2-40B4-BE49-F238E27FC236}">
                <a16:creationId xmlns:a16="http://schemas.microsoft.com/office/drawing/2014/main" id="{F8BFEA2A-5309-8711-A3A1-3A4453821681}"/>
              </a:ext>
            </a:extLst>
          </p:cNvPr>
          <p:cNvSpPr/>
          <p:nvPr/>
        </p:nvSpPr>
        <p:spPr>
          <a:xfrm>
            <a:off x="8330329" y="609822"/>
            <a:ext cx="313938" cy="77535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77D4E3E6-D0A0-FD6E-FB42-5264AF2BF1B7}"/>
              </a:ext>
            </a:extLst>
          </p:cNvPr>
          <p:cNvSpPr/>
          <p:nvPr/>
        </p:nvSpPr>
        <p:spPr>
          <a:xfrm>
            <a:off x="8330329" y="1504734"/>
            <a:ext cx="313938" cy="775351"/>
          </a:xfrm>
          <a:prstGeom prst="downArrow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Arrow: Down 76">
            <a:extLst>
              <a:ext uri="{FF2B5EF4-FFF2-40B4-BE49-F238E27FC236}">
                <a16:creationId xmlns:a16="http://schemas.microsoft.com/office/drawing/2014/main" id="{D468F106-B73C-F50F-3445-F9BBF76C2C9B}"/>
              </a:ext>
            </a:extLst>
          </p:cNvPr>
          <p:cNvSpPr/>
          <p:nvPr/>
        </p:nvSpPr>
        <p:spPr>
          <a:xfrm>
            <a:off x="8336567" y="2745227"/>
            <a:ext cx="313938" cy="775351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algn="ctr"/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12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78163D41-08F5-36C2-4763-4E846D9E0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611" y="374808"/>
            <a:ext cx="5987504" cy="6108383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56A2C7-3385-4AE5-86EE-9276DF9DEB00}"/>
              </a:ext>
            </a:extLst>
          </p:cNvPr>
          <p:cNvSpPr/>
          <p:nvPr/>
        </p:nvSpPr>
        <p:spPr>
          <a:xfrm>
            <a:off x="6096000" y="4293704"/>
            <a:ext cx="3140765" cy="7089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Force </a:t>
            </a:r>
            <a:r>
              <a:rPr lang="en-US" dirty="0" err="1"/>
              <a:t>output_attentions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Acc_scores</a:t>
            </a:r>
            <a:r>
              <a:rPr lang="en-US" dirty="0"/>
              <a:t> accumulation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3F97BF-AA7B-2EE8-B9DD-4AA2349B5B8E}"/>
              </a:ext>
            </a:extLst>
          </p:cNvPr>
          <p:cNvSpPr/>
          <p:nvPr/>
        </p:nvSpPr>
        <p:spPr>
          <a:xfrm>
            <a:off x="86140" y="1424608"/>
            <a:ext cx="3140765" cy="7089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</a:t>
            </a:r>
            <a:r>
              <a:rPr lang="en-US" dirty="0" err="1"/>
              <a:t>past_key_values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774631-AD98-50FA-D418-E7E8EED0FF3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226905" y="1779104"/>
            <a:ext cx="1378225" cy="2683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044D32-C22C-B3F2-E933-4DCF2F108C77}"/>
              </a:ext>
            </a:extLst>
          </p:cNvPr>
          <p:cNvCxnSpPr>
            <a:cxnSpLocks/>
          </p:cNvCxnSpPr>
          <p:nvPr/>
        </p:nvCxnSpPr>
        <p:spPr>
          <a:xfrm flipH="1" flipV="1">
            <a:off x="5044363" y="4015409"/>
            <a:ext cx="1051637" cy="6327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598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214</Words>
  <Application>Microsoft Office PowerPoint</Application>
  <PresentationFormat>Widescreen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Anthropic Sans</vt:lpstr>
      <vt:lpstr>Aptos</vt:lpstr>
      <vt:lpstr>Aptos Display</vt:lpstr>
      <vt:lpstr>Arial</vt:lpstr>
      <vt:lpstr>Impact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j_gai</dc:creator>
  <cp:lastModifiedBy>j_gai</cp:lastModifiedBy>
  <cp:revision>4</cp:revision>
  <dcterms:created xsi:type="dcterms:W3CDTF">2026-04-07T20:46:58Z</dcterms:created>
  <dcterms:modified xsi:type="dcterms:W3CDTF">2026-04-08T23:32:18Z</dcterms:modified>
</cp:coreProperties>
</file>